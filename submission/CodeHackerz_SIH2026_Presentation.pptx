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x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x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x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x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x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x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Chartering Desk - SIH 2026 - Team Code Hackerz</dc:title>
  <dc:subject>SIH26006 - Intelligent Freight Forecasting and Vessel Chartering</dc:subject>
  <dc:creator>Team Code Hackerz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